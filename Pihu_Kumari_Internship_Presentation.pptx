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7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4"/>
                </a:solidFill>
                <a:latin typeface="Aptos Display"/>
              </a:defRPr>
            </a:pPr>
            <a:r>
              <a:t>Frontend Web Development Internship:</a:t>
            </a:r>
            <a:br/>
            <a:r>
              <a:t>Engineering Responsive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9717A"/>
                </a:solidFill>
                <a:latin typeface="Aptos"/>
              </a:defRPr>
            </a:pPr>
            <a:r>
              <a:t>A comprehensive review of projects completed during the Code Alpha Internship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61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Submitted By: </a:t>
            </a:r>
            <a:r>
              <a:rPr sz="1500" b="0">
                <a:solidFill>
                  <a:srgbClr val="2D343C"/>
                </a:solidFill>
                <a:latin typeface="Aptos"/>
              </a:rPr>
              <a:t>Pihu Kumari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Academic Program: </a:t>
            </a:r>
            <a:r>
              <a:rPr sz="1500" b="0">
                <a:solidFill>
                  <a:srgbClr val="2D343C"/>
                </a:solidFill>
                <a:latin typeface="Aptos"/>
              </a:rPr>
              <a:t>B.Tech Computer Science and Engineering (Batch 2025-2029)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Institution: </a:t>
            </a:r>
            <a:r>
              <a:rPr sz="1500" b="0">
                <a:solidFill>
                  <a:srgbClr val="2D343C"/>
                </a:solidFill>
                <a:latin typeface="Aptos"/>
              </a:rPr>
              <a:t>School of Computer Science and Engineering, 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A44"/>
                </a:solidFill>
                <a:latin typeface="Aptos Display"/>
              </a:defRPr>
            </a:pPr>
            <a:r>
              <a:t>Introduction &amp; 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Bridging Academia and Industry: </a:t>
            </a:r>
            <a:r>
              <a:rPr sz="1500" b="0">
                <a:solidFill>
                  <a:srgbClr val="2D343C"/>
                </a:solidFill>
                <a:latin typeface="Aptos"/>
              </a:rPr>
              <a:t>This internship focused on translating theoretical computer science principles into practical, industry-standard software engineering, with a strict emphasis on client-side web architecture.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Scope of Deliverables: </a:t>
            </a:r>
            <a:r>
              <a:rPr sz="1500" b="0">
                <a:solidFill>
                  <a:srgbClr val="2D343C"/>
                </a:solidFill>
                <a:latin typeface="Aptos"/>
              </a:rPr>
              <a:t>The primary objective was the independent conceptualization, design, and engineering of production-ready web applications entirely from scratch, intentionally avoiding third-party frameworks like React or Bootstrap.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Key Projects Developed: </a:t>
            </a:r>
            <a:r>
              <a:rPr sz="1500" b="0">
                <a:solidFill>
                  <a:srgbClr val="2D343C"/>
                </a:solidFill>
                <a:latin typeface="Aptos"/>
              </a:rPr>
              <a:t>The tenure culminated in the deployment of an interactive, responsive Image Gallery with dynamic filtering, and a highly detailed, Retro-Themed Vintage Calculator.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A44"/>
                </a:solidFill>
                <a:latin typeface="Aptos Display"/>
              </a:defRPr>
            </a:pPr>
            <a:r>
              <a:t>Organization Profile - Code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Mission and Vision: </a:t>
            </a:r>
            <a:r>
              <a:rPr sz="1500" b="0">
                <a:solidFill>
                  <a:srgbClr val="2D343C"/>
                </a:solidFill>
                <a:latin typeface="Aptos"/>
              </a:rPr>
              <a:t>Code Alpha is a recognized educational technology organization dedicated to closing the gap between university engineering curricula and the practical demands of the software industry.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Internship Methodology: </a:t>
            </a:r>
            <a:r>
              <a:rPr sz="1500" b="0">
                <a:solidFill>
                  <a:srgbClr val="2D343C"/>
                </a:solidFill>
                <a:latin typeface="Aptos"/>
              </a:rPr>
              <a:t>The organization utilizes a project-oriented virtual internship model. It assigns realistic technical sprints that closely replicate the deliverables expected within standard software development teams.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Professional Development: </a:t>
            </a:r>
            <a:r>
              <a:rPr sz="1500" b="0">
                <a:solidFill>
                  <a:srgbClr val="2D343C"/>
                </a:solidFill>
                <a:latin typeface="Aptos"/>
              </a:rPr>
              <a:t>The program heavily emphasizes foundational web architecture, clean coding practices, strict separation of concerns, and robust version control using Git and GitHub.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A44"/>
                </a:solidFill>
                <a:latin typeface="Aptos Display"/>
              </a:defRPr>
            </a:pPr>
            <a:r>
              <a:t>Core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The Technical Challenge: </a:t>
            </a:r>
            <a:r>
              <a:rPr sz="1500" b="0">
                <a:solidFill>
                  <a:srgbClr val="2D343C"/>
                </a:solidFill>
                <a:latin typeface="Aptos"/>
              </a:rPr>
              <a:t>Building high-performance, visually distinctive digital interfaces using strictly native vanilla technologies (HTML, CSS, JavaScript) while maintaining intuitive user interactions and cross-platform responsiveness.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Image Gallery Objectives: </a:t>
            </a:r>
            <a:r>
              <a:rPr sz="1500" b="0">
                <a:solidFill>
                  <a:srgbClr val="2D343C"/>
                </a:solidFill>
                <a:latin typeface="Aptos"/>
              </a:rPr>
              <a:t>To eliminate rigid image layouts by engineering a fluid grid system. A major goal was to synchronize a dynamic category filter with an interactive lightbox modal so that navigation seamlessly bypasses hidden DOM elements.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Vintage Calculator Objectives: </a:t>
            </a:r>
            <a:r>
              <a:rPr sz="1500" b="0">
                <a:solidFill>
                  <a:srgbClr val="2D343C"/>
                </a:solidFill>
                <a:latin typeface="Aptos"/>
              </a:rPr>
              <a:t>To depart from generic digital designs by replicating the tactile skeuomorphism of classic 1970s hardware. The challenge involved rendering 3D push-button interactions purely with CSS while building a fault-proof arithmetic state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A44"/>
                </a:solidFill>
                <a:latin typeface="Aptos Display"/>
              </a:defRPr>
            </a:pPr>
            <a:r>
              <a:t>Technologies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Semantic HTML5: </a:t>
            </a:r>
            <a:r>
              <a:rPr sz="1500" b="0">
                <a:solidFill>
                  <a:srgbClr val="2D343C"/>
                </a:solidFill>
                <a:latin typeface="Aptos"/>
              </a:rPr>
              <a:t>Employed for robust content architecture, media container definitions, and comprehensive ARIA labelling to guarantee full web accessibility compliance.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Advanced CSS3 Rendering: </a:t>
            </a:r>
            <a:r>
              <a:rPr sz="1500" b="0">
                <a:solidFill>
                  <a:srgbClr val="2D343C"/>
                </a:solidFill>
                <a:latin typeface="Aptos"/>
              </a:rPr>
              <a:t>Utilized for sophisticated styling, including multi-column responsive CSS Grids, custom retro color palettes, and layered drop-shadows to achieve authentic skeuomorphic depth.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Vanilla JavaScript (ES6+): </a:t>
            </a:r>
            <a:r>
              <a:rPr sz="1500" b="0">
                <a:solidFill>
                  <a:srgbClr val="2D343C"/>
                </a:solidFill>
                <a:latin typeface="Aptos"/>
              </a:rPr>
              <a:t>Served as the primary logic engine to manage complex application state arrays, handle event delegation for mouse and keyboard inputs, and manipulate the DOM dynamically.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Client-Side MVC Pattern: </a:t>
            </a:r>
            <a:r>
              <a:rPr sz="1500" b="0">
                <a:solidFill>
                  <a:srgbClr val="2D343C"/>
                </a:solidFill>
                <a:latin typeface="Aptos"/>
              </a:rPr>
              <a:t>Both applications strictly separate the Presentation Layer (HTML/CSS views) from the Behavioral Logic (JavaScript controllers and state models) for optimal code maintainability.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A44"/>
                </a:solidFill>
                <a:latin typeface="Aptos Display"/>
              </a:defRPr>
            </a:pPr>
            <a:r>
              <a:t>Project 1 - Interactive Image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Fluid Responsive Layout: </a:t>
            </a:r>
            <a:r>
              <a:rPr sz="1500" b="0">
                <a:solidFill>
                  <a:srgbClr val="2D343C"/>
                </a:solidFill>
                <a:latin typeface="Aptos"/>
              </a:rPr>
              <a:t>Constructed an auto-fitting image grid utilizing advanced CSS Grid and Flexbox techniques, ensuring flawless scaling across mobile, tablet, and desktop viewports.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Dynamic Lightbox Modal: </a:t>
            </a:r>
            <a:r>
              <a:rPr sz="1500" b="0">
                <a:solidFill>
                  <a:srgbClr val="2D343C"/>
                </a:solidFill>
                <a:latin typeface="Aptos"/>
              </a:rPr>
              <a:t>Built a custom expanded-view modal supporting full desktop keyboard navigation (Escape to close, Arrow keys to traverse) and backdrop click dismissal.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Asynchronous Filtering Engine: </a:t>
            </a:r>
            <a:r>
              <a:rPr sz="1500" b="0">
                <a:solidFill>
                  <a:srgbClr val="2D343C"/>
                </a:solidFill>
                <a:latin typeface="Aptos"/>
              </a:rPr>
              <a:t>Implemented a JavaScript filtering system that dynamically toggles visibility states and synchronizes the active array index, ensuring the lightbox only cycles through the currently selected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A44"/>
                </a:solidFill>
                <a:latin typeface="Aptos Display"/>
              </a:defRPr>
            </a:pPr>
            <a:r>
              <a:t>Project 2 - Retro-Themed Vintage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7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Skeuomorphic UI/UX: </a:t>
            </a:r>
            <a:r>
              <a:rPr sz="1500" b="0">
                <a:solidFill>
                  <a:srgbClr val="2D343C"/>
                </a:solidFill>
                <a:latin typeface="Aptos"/>
              </a:rPr>
              <a:t>Designed an authentic retro user interface featuring tactile 3D key depression effects, vintage color grading, and a simulated glowing LCD/VFD dual-line display.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Fault-Tolerant Arithmetic Engine: </a:t>
            </a:r>
            <a:r>
              <a:rPr sz="1500" b="0">
                <a:solidFill>
                  <a:srgbClr val="2D343C"/>
                </a:solidFill>
                <a:latin typeface="Aptos"/>
              </a:rPr>
              <a:t>Engineered a mathematical parser capable of safely chaining sequential operations while preventing syntax faults, floating-point rounding errors, and zero-division crashes without using unsafe eval() functions.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Comprehensive Keyboard Integration: </a:t>
            </a:r>
            <a:r>
              <a:rPr sz="1500" b="0">
                <a:solidFill>
                  <a:srgbClr val="2D343C"/>
                </a:solidFill>
                <a:latin typeface="Aptos"/>
              </a:rPr>
              <a:t>Mapped desktop keyboard listeners directly to custom calculation functions, allowing the user to operate the entire application seamlessly via the physical numpad, Enter, and Backspace keys.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A44"/>
                </a:solidFill>
                <a:latin typeface="Aptos Display"/>
              </a:defRPr>
            </a:pPr>
            <a:r>
              <a:t>Expected Outcomes &amp; Technical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7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Production-Ready Deployment: </a:t>
            </a:r>
            <a:r>
              <a:rPr sz="1500" b="0">
                <a:solidFill>
                  <a:srgbClr val="2D343C"/>
                </a:solidFill>
                <a:latin typeface="Aptos"/>
              </a:rPr>
              <a:t>Successfully delivered two polished web applications reflecting rigorous professional engineering standards and user-centric interaction design.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Mastery of Core Web Mechanics: </a:t>
            </a:r>
            <a:r>
              <a:rPr sz="1500" b="0">
                <a:solidFill>
                  <a:srgbClr val="2D343C"/>
                </a:solidFill>
                <a:latin typeface="Aptos"/>
              </a:rPr>
              <a:t>Cultivated deep technical competence in JavaScript event loops, state array management, and responsive layout engineering.</a:t>
            </a:r>
          </a:p>
          <a:p>
            <a:pPr>
              <a:spcAft>
                <a:spcPts val="1500"/>
              </a:spcAft>
              <a:defRPr sz="1600" b="1">
                <a:solidFill>
                  <a:srgbClr val="2B5B96"/>
                </a:solidFill>
                <a:latin typeface="Aptos"/>
              </a:defRPr>
            </a:pPr>
            <a:r>
              <a:t>Foundation for Advanced Engineering: </a:t>
            </a:r>
            <a:r>
              <a:rPr sz="1500" b="0">
                <a:solidFill>
                  <a:srgbClr val="2D343C"/>
                </a:solidFill>
                <a:latin typeface="Aptos"/>
              </a:rPr>
              <a:t>Established a highly stable technical foundation necessary for building future data-driven interfaces, responsive enterprise dashboards, and complex software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